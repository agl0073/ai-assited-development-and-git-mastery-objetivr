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80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0" y="548640"/>
            <a:ext cx="2194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000000"/>
                </a:solidFill>
              </a:rPr>
              <a:t>🌤️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Journey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 App — Práctica de Git con Java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ED6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Hecho con ayuda de IA 🤖  |  Java ☕  |  Git 🌿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¿Qué hemos hecho?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31520"/>
            <a:ext cx="4023360" cy="4023360"/>
          </a:xfrm>
          <a:prstGeom prst="rect">
            <a:avLst/>
          </a:prstGeom>
          <a:solidFill>
            <a:srgbClr val="EBF5FB"/>
          </a:solidFill>
          <a:ln w="19050">
            <a:solidFill>
              <a:srgbClr val="2F80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822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F80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 App 🌤️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28016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Consultar el clima de ciudades
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10 ciudades predefinidas
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Datos aleatorios para el resto
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Historial de consultas
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Limpiar historial
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Todo desde consola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731520"/>
            <a:ext cx="4023360" cy="4023360"/>
          </a:xfrm>
          <a:prstGeom prst="rect">
            <a:avLst/>
          </a:prstGeom>
          <a:solidFill>
            <a:srgbClr val="EAFAF1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0" y="8229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Las clases Java ☕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92040" y="1280160"/>
            <a:ext cx="37490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WeatherApp.java — main()
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WeatherData.java — modelo
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WeatherService.java — lógica
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WeatherHistory.java — historial
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Hecho con ayuda de Claude AI 🤖
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Código limpio y comentado ✅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1 — git init  ⚡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858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Primero creamos la carpeta del proyecto y lo inicializamos con Git: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8412480" cy="237744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61872"/>
            <a:ext cx="164592" cy="164592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261872"/>
            <a:ext cx="164592" cy="164592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261872"/>
            <a:ext cx="164592" cy="1645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508760"/>
            <a:ext cx="8138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mkdir weather-app &amp;&amp; cd weather-app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init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Initialized empty Git repository in ~/weather-app/.git/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status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branch main — No commits yet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Untracked files: src/  README.md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703320"/>
            <a:ext cx="8412480" cy="1097280"/>
          </a:xfrm>
          <a:prstGeom prst="rect">
            <a:avLst/>
          </a:prstGeom>
          <a:solidFill>
            <a:srgbClr val="FDFEF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7673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¿Qué pasa aquí?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0690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init crea la carpeta oculta .git/ que es donde Git guarda todo el historial.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status nos dice qué archivos tiene Git en cuenta (rojo = sin rastrear todavía).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2 — git add y git commit  💾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777240"/>
            <a:ext cx="1691640" cy="777240"/>
          </a:xfrm>
          <a:prstGeom prst="rect">
            <a:avLst/>
          </a:prstGeom>
          <a:solidFill>
            <a:srgbClr val="FDEDEC"/>
          </a:solidFill>
          <a:ln w="19050">
            <a:solidFill>
              <a:srgbClr val="EB575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7772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B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EB5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834640" y="777240"/>
            <a:ext cx="1691640" cy="777240"/>
          </a:xfrm>
          <a:prstGeom prst="rect">
            <a:avLst/>
          </a:prstGeom>
          <a:solidFill>
            <a:srgbClr val="FEF9E7"/>
          </a:solidFill>
          <a:ln w="19050">
            <a:solidFill>
              <a:srgbClr val="F2C9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34640" y="7772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2C9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303520" y="777240"/>
            <a:ext cx="1691640" cy="777240"/>
          </a:xfrm>
          <a:prstGeom prst="rect">
            <a:avLst/>
          </a:prstGeom>
          <a:solidFill>
            <a:srgbClr val="EAFAF1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0" y="7772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0" y="777240"/>
            <a:ext cx="1691640" cy="777240"/>
          </a:xfrm>
          <a:prstGeom prst="rect">
            <a:avLst/>
          </a:prstGeom>
          <a:solidFill>
            <a:srgbClr val="EBF5FB"/>
          </a:solidFill>
          <a:ln w="19050">
            <a:solidFill>
              <a:srgbClr val="2F80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0" y="7772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0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F80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(remoto)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103120" y="1161288"/>
            <a:ext cx="68580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31720" y="10515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►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0" y="15727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1161288"/>
            <a:ext cx="68580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0515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►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480560" y="15727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040880" y="1161288"/>
            <a:ext cx="685800" cy="0"/>
          </a:xfrm>
          <a:prstGeom prst="line">
            <a:avLst/>
          </a:prstGeom>
          <a:noFill/>
          <a:ln w="19050">
            <a:solidFill>
              <a:srgbClr val="5555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69480" y="1051560"/>
            <a:ext cx="274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55555"/>
                </a:solidFill>
              </a:rPr>
              <a:t>►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49440" y="157276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1920240"/>
            <a:ext cx="8412480" cy="228600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2029968"/>
            <a:ext cx="164592" cy="164592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2029968"/>
            <a:ext cx="164592" cy="164592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5840" y="2029968"/>
            <a:ext cx="164592" cy="1645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267712"/>
            <a:ext cx="8138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status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Changes to be committed: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file: WeatherApp.java  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file: WeatherData.java  ✅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 file: WeatherService.java  ✅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commit -m "Initial commit: WeatherApp base"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[main a3f1c8b] Initial commit — 5 files changed, 280 insertions(+)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El punto (.) en git add . significa «todos los archivos». Los archivos pasan de rojo a verde en git status.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3 — Ramas (Branching)  🌿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Creamos la rama feature-update para añadir la función clearHistory():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8229600" cy="0"/>
          </a:xfrm>
          <a:prstGeom prst="line">
            <a:avLst/>
          </a:prstGeom>
          <a:noFill/>
          <a:ln w="38100">
            <a:solidFill>
              <a:srgbClr val="2F80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321040" y="1993392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F80E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60320" y="2103120"/>
            <a:ext cx="0" cy="1280160"/>
          </a:xfrm>
          <a:prstGeom prst="line">
            <a:avLst/>
          </a:prstGeom>
          <a:noFill/>
          <a:ln w="25400">
            <a:solidFill>
              <a:srgbClr val="8E44A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3383280"/>
            <a:ext cx="3474720" cy="0"/>
          </a:xfrm>
          <a:prstGeom prst="line">
            <a:avLst/>
          </a:prstGeom>
          <a:noFill/>
          <a:ln w="25400">
            <a:solidFill>
              <a:srgbClr val="8E44A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35040" y="2103120"/>
            <a:ext cx="0" cy="1280160"/>
          </a:xfrm>
          <a:prstGeom prst="line">
            <a:avLst/>
          </a:prstGeom>
          <a:noFill/>
          <a:ln w="25400">
            <a:solidFill>
              <a:srgbClr val="8E44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06040" y="34564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44A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feature-update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965960"/>
            <a:ext cx="274320" cy="274320"/>
          </a:xfrm>
          <a:prstGeom prst="ellipse">
            <a:avLst/>
          </a:prstGeom>
          <a:solidFill>
            <a:srgbClr val="2F80E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0" y="15544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git init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commit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423160" y="1965960"/>
            <a:ext cx="274320" cy="274320"/>
          </a:xfrm>
          <a:prstGeom prst="ellipse">
            <a:avLst/>
          </a:prstGeom>
          <a:solidFill>
            <a:srgbClr val="2F80E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03120" y="15544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commit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base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5897880" y="1965960"/>
            <a:ext cx="274320" cy="274320"/>
          </a:xfrm>
          <a:prstGeom prst="ellipse">
            <a:avLst/>
          </a:prstGeom>
          <a:solidFill>
            <a:srgbClr val="2F80E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15544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merge ✅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275320" y="1965960"/>
            <a:ext cx="274320" cy="274320"/>
          </a:xfrm>
          <a:prstGeom prst="ellipse">
            <a:avLst/>
          </a:prstGeom>
          <a:solidFill>
            <a:srgbClr val="2F80E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0" y="15544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</a:rPr>
              <a:t>HEAD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4160520" y="3246120"/>
            <a:ext cx="274320" cy="274320"/>
          </a:xfrm>
          <a:prstGeom prst="ellipse">
            <a:avLst/>
          </a:prstGeom>
          <a:solidFill>
            <a:srgbClr val="8E44A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0" y="356616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E44AD"/>
                </a:solidFill>
              </a:rPr>
              <a:t>add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E44AD"/>
                </a:solidFill>
              </a:rPr>
              <a:t>clearHistory()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65760" y="3886200"/>
            <a:ext cx="8412480" cy="96012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977640"/>
            <a:ext cx="81381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checkout -b feature-update          # crear y cambiar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add .   &amp;&amp;   git commit -m "Add clearHistory feature"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checkout main   &amp;&amp;   git merge feature-update    # fusionar ✅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Paso 4 — Subir a GitHub  ☁️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685800"/>
            <a:ext cx="5303520" cy="310896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795528"/>
            <a:ext cx="164592" cy="164592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" y="795528"/>
            <a:ext cx="164592" cy="164592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795528"/>
            <a:ext cx="164592" cy="1645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05840"/>
            <a:ext cx="5029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Vincular con GitHub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remote add origin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https://github.com/USUARIO/weather-app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Verificar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remote -v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  https://github.com/... (fetch)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  https://github.com/... (push)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Subir todo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push -u origin main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* [new branch] main -&gt; main  ✅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89320" y="777240"/>
            <a:ext cx="347472" cy="347472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9320" y="7772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46520" y="80467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Crear repo en GitHub (público, sin README)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89320" y="1527048"/>
            <a:ext cx="347472" cy="347472"/>
          </a:xfrm>
          <a:prstGeom prst="ellipse">
            <a:avLst/>
          </a:prstGeom>
          <a:solidFill>
            <a:srgbClr val="2F80ED"/>
          </a:solidFill>
          <a:ln w="12700">
            <a:solidFill>
              <a:srgbClr val="2F80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89320" y="15270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46520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remote add origin &lt;url&gt;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89320" y="2276856"/>
            <a:ext cx="347472" cy="34747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89320" y="22768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46520" y="230428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 push -u origin main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89320" y="3026664"/>
            <a:ext cx="347472" cy="347472"/>
          </a:xfrm>
          <a:prstGeom prst="ellipse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30266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46520" y="305409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Settings → Pages → main → / (root)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977640"/>
            <a:ext cx="8412480" cy="868680"/>
          </a:xfrm>
          <a:prstGeom prst="rect">
            <a:avLst/>
          </a:prstGeom>
          <a:solidFill>
            <a:srgbClr val="EBF5FB"/>
          </a:solidFill>
          <a:ln w="19050">
            <a:solidFill>
              <a:srgbClr val="2F80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404164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F80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🌐 GitHub Pages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31596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Una vez activado en Settings, el sitio queda disponible en:  https://TU_USUARIO.github.io/weather-app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Ahí se sirve el archivo index.html del repo como landing page del proyecto.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historial — git log  🔍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65836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Así queda el historial de commits al final del proyecto: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8412480" cy="2743200"/>
          </a:xfrm>
          <a:prstGeom prst="rect">
            <a:avLst/>
          </a:prstGeom>
          <a:solidFill>
            <a:srgbClr val="1E1E1E"/>
          </a:solidFill>
          <a:ln w="12700">
            <a:solidFill>
              <a:srgbClr val="44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170432"/>
            <a:ext cx="164592" cy="164592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170432"/>
            <a:ext cx="164592" cy="164592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1170432"/>
            <a:ext cx="164592" cy="16459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371600"/>
            <a:ext cx="8138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git log --oneline --graph --decorate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e9d2f1a (HEAD -&gt; main, origin/main) Merge branch 'feature-update'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|\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* 7c4a3b9 (feature-update) Add clearHistory feature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|/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b2e1d8c Add WeatherHistory class and menu option 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9f3a71e Add WeatherService with city database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5c8b2d1 Add WeatherData model class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8FF7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   a3f1c8b Initial commit: WeatherApp base + README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3931920"/>
            <a:ext cx="1920240" cy="822960"/>
          </a:xfrm>
          <a:prstGeom prst="rect">
            <a:avLst/>
          </a:prstGeom>
          <a:solidFill>
            <a:srgbClr val="EEEEEE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9319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commits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468880" y="3931920"/>
            <a:ext cx="1920240" cy="822960"/>
          </a:xfrm>
          <a:prstGeom prst="rect">
            <a:avLst/>
          </a:prstGeom>
          <a:solidFill>
            <a:srgbClr val="EEEEEE"/>
          </a:solidFill>
          <a:ln w="25400">
            <a:solidFill>
              <a:srgbClr val="8E44A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39319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E44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ramas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0" y="3931920"/>
            <a:ext cx="1920240" cy="822960"/>
          </a:xfrm>
          <a:prstGeom prst="rect">
            <a:avLst/>
          </a:prstGeom>
          <a:solidFill>
            <a:srgbClr val="EEEEEE"/>
          </a:solidFill>
          <a:ln w="25400">
            <a:solidFill>
              <a:srgbClr val="2F80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39319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80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merge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75120" y="3931920"/>
            <a:ext cx="1920240" cy="822960"/>
          </a:xfrm>
          <a:prstGeom prst="rect">
            <a:avLst/>
          </a:prstGeom>
          <a:solidFill>
            <a:srgbClr val="EEEEEE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75120" y="393192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conflictos 😅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F80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Resumen ✅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6EA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Todo lo que hemos hecho en este proyecto: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71600" y="1417320"/>
            <a:ext cx="6400800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63040" y="144475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git init — repositorio local creado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371600" y="1984248"/>
            <a:ext cx="6400800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63040" y="201168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git add / commit — código versionado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0" y="2551176"/>
            <a:ext cx="6400800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2578608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git branch / merge — rama feature-update mergeada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371600" y="3118104"/>
            <a:ext cx="6400800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3145536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git push — historial subido a GitHub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371600" y="3685032"/>
            <a:ext cx="6400800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63040" y="371246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GitHub Pages — landing page publicada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1371600" y="4251960"/>
            <a:ext cx="6400800" cy="457200"/>
          </a:xfrm>
          <a:prstGeom prst="rect">
            <a:avLst/>
          </a:prstGeom>
          <a:solidFill>
            <a:srgbClr val="FFFFFF">
              <a:alpha val="1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63040" y="427939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README.md — documentación lista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Git Journey - Weather App</dc:title>
  <dc:subject>PptxGenJS Presentation</dc:subject>
  <dc:creator>PptxGenJS</dc:creator>
  <cp:lastModifiedBy>PptxGenJS</cp:lastModifiedBy>
  <cp:revision>1</cp:revision>
  <dcterms:created xsi:type="dcterms:W3CDTF">2026-05-13T10:05:40Z</dcterms:created>
  <dcterms:modified xsi:type="dcterms:W3CDTF">2026-05-13T10:05:40Z</dcterms:modified>
</cp:coreProperties>
</file>