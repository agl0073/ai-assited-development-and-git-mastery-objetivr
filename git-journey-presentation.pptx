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5F8E">
              <a:alpha val="3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🌤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JOURNEY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App — AI-Assisted Development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con Git CLI  ·  Java  ·  GitHub Pages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4206240"/>
            <a:ext cx="54864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educativo — Git Mastery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Proyecto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App — ¿Qué construimos y cómo?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1371600"/>
          </a:xfrm>
          <a:prstGeom prst="rect">
            <a:avLst/>
          </a:prstGeom>
          <a:solidFill>
            <a:srgbClr val="1B2A4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016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Qué es Weather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36192"/>
            <a:ext cx="3584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Java de consola que consulta el clima de ciudades del mundo. Datos predefinidos para 10 ciudades y estimaciones aleatorias para cualquier otra.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3840480" cy="1371600"/>
          </a:xfrm>
          <a:prstGeom prst="rect">
            <a:avLst/>
          </a:prstGeom>
          <a:solidFill>
            <a:srgbClr val="1B2A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97480"/>
            <a:ext cx="6400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78892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Pair Programming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044952"/>
            <a:ext cx="3584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con Claude (Anthropic) como asistente. La IA ayudó a estructurar las clases, comentar el código y sugerir mejoras.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3840480" cy="2880360"/>
          </a:xfrm>
          <a:prstGeom prst="rect">
            <a:avLst/>
          </a:prstGeom>
          <a:solidFill>
            <a:srgbClr val="1B2A4A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11+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 del proyecto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130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Git CLI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130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por terminal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569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569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remoto + GitHub Pages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0083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008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pair programming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447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IntelliJ / VS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447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recomendado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16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Estructura: WeatherApp.java · WeatherData.java · WeatherService.java · WeatherHistory.java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del Repositorio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— Creando el repositorio local desde cero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&amp; cd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2344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5029200" cy="3108960"/>
          </a:xfrm>
          <a:prstGeom prst="rect">
            <a:avLst/>
          </a:prstGeom>
          <a:solidFill>
            <a:srgbClr val="0A0F1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719072"/>
            <a:ext cx="5029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28800"/>
            <a:ext cx="4809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weather-app &amp;&amp; cd weather-app</a:t>
            </a:r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 ~/weather-app/.git/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commits yet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(use "git add &lt;file&gt;..." to include in what will be committed)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README.md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719072"/>
            <a:ext cx="3017520" cy="1371600"/>
          </a:xfrm>
          <a:prstGeom prst="rect">
            <a:avLst/>
          </a:prstGeom>
          <a:solidFill>
            <a:srgbClr val="1B2A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719072"/>
            <a:ext cx="6400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181051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git init?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33872" y="2066544"/>
            <a:ext cx="2761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carpeta oculta .git/ con toda la estructura interna del repositorio. Convierte el directorio en un repo Git.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3200400"/>
            <a:ext cx="3017520" cy="1645920"/>
          </a:xfrm>
          <a:prstGeom prst="rect">
            <a:avLst/>
          </a:prstGeom>
          <a:solidFill>
            <a:srgbClr val="1B2A4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3200400"/>
            <a:ext cx="64008" cy="1645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32918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muestra git status?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33872" y="3547872"/>
            <a:ext cx="2761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estado actual del área de trabajo: archivos sin rastrear (rojo), preparados (verde) y modificados.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y Primer Commit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· git commit — Registrando el código inicial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645920" cy="685800"/>
          </a:xfrm>
          <a:prstGeom prst="rect">
            <a:avLst/>
          </a:prstGeom>
          <a:solidFill>
            <a:srgbClr val="F97316">
              <a:alpha val="25000"/>
            </a:srgbClr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645920" cy="685800"/>
          </a:xfrm>
          <a:prstGeom prst="rect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1645920" cy="685800"/>
          </a:xfrm>
          <a:prstGeom prst="rect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188720"/>
            <a:ext cx="1645920" cy="685800"/>
          </a:xfrm>
          <a:prstGeom prst="rect">
            <a:avLst/>
          </a:prstGeom>
          <a:solidFill>
            <a:srgbClr val="0EA5E9">
              <a:alpha val="25000"/>
            </a:srgbClr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153162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444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53162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444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153162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44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194560"/>
            <a:ext cx="8412480" cy="2651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94560"/>
            <a:ext cx="8412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304288"/>
            <a:ext cx="8193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Añadir todos los archivos al staging area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file: src/main/java/com/weather/WeatherApp.java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file: src/main/java/com/weather/WeatherData.java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file: src/main/java/com/weather/WeatherService.java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file: src/main/java/com/weather/WeatherHistory.java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file: README.md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"Initial commit: WeatherApp base"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(root-commit) a3f1c8b] Initial commit: WeatherApp base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files changed, 280 insertions(+)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Ramas — Branching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· git checkout · git merge — Función clearHistory()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04672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286000"/>
            <a:ext cx="0" cy="11887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474720"/>
            <a:ext cx="3840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286000"/>
            <a:ext cx="0" cy="11887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4884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Initial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commit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214884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Add README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+ Structure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89320" y="214884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Merge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feature-update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366760" y="214884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31920" y="33375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Add clearHistory()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feature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9536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feature-update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1005840"/>
          </a:xfrm>
          <a:prstGeom prst="rect">
            <a:avLst/>
          </a:prstGeom>
          <a:solidFill>
            <a:srgbClr val="0A0F1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77640"/>
            <a:ext cx="8412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87368"/>
            <a:ext cx="8193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y cambiar a la nueva rama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feature-update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a new branch 'feature-update'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Modificar WeatherHistory.java — añadir clearHistory()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src/main/java/com/weather/WeatherHistory.java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"Add clearHistory feature to WeatherHistory"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Volver a main y fusionar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feature-update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made by the 'recursive'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Remoto — GitHub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· git push — Subiendo el historial a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solidFill>
            <a:srgbClr val="0A0F1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44168"/>
            <a:ext cx="52669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Vincular con repositorio remoto en GitHub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https://github.com/TU_USUARIO/weather-app.git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que se añadió correctamente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-v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https://github.com/TU_USUARIO/weather-app.git (fetch)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https://github.com/TU_USUARIO/weather-app.git (push)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Subir la rama main con todo el historial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Enumerating objects: 12, done.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Counting objects: 100% (12/12), done.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https://github.com/TU_USUARIO/weather-app.git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[new branch]  main -&gt;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651760" cy="1188720"/>
          </a:xfrm>
          <a:prstGeom prst="rect">
            <a:avLst/>
          </a:prstGeom>
          <a:solidFill>
            <a:srgbClr val="1B2A4A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234440"/>
            <a:ext cx="6400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3258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Crear repo en 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91072" y="1581912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github.com → New Repository. Marcar como Public. NO inicializar con README (ya tenemos uno local).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651760" cy="1371600"/>
          </a:xfrm>
          <a:prstGeom prst="rect">
            <a:avLst/>
          </a:prstGeom>
          <a:solidFill>
            <a:srgbClr val="1B2A4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514600"/>
            <a:ext cx="64008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6060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Activar GitHub Pages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862072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Source: main branch. Seleccionar / (root). El sitio quedará en: https://TU_USUARIO.github.io/weather-app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265176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97764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40690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Verificar en remoto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1072" y="43251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muestra el historial completo con commits de main y el merge de feature-update.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Código Java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clases de Weather App — Clean Code + Comentarios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554480"/>
          </a:xfrm>
          <a:prstGeom prst="rect">
            <a:avLst/>
          </a:prstGeom>
          <a:solidFill>
            <a:srgbClr val="1B2A4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258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WeatherApp.java  —  Punto de entrada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81912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main(), menú interactivo, llama a WeatherService y WeatherHistory.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023360" cy="1554480"/>
          </a:xfrm>
          <a:prstGeom prst="rect">
            <a:avLst/>
          </a:prstGeom>
          <a:solidFill>
            <a:srgbClr val="1B2A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1752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1089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WeatherData.java  —  Modelo de datos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364992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ciudad, temperatura, humedad, viento, condición y timestamp.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023360" cy="1554480"/>
          </a:xfrm>
          <a:prstGeom prst="rect">
            <a:avLst/>
          </a:prstGeom>
          <a:solidFill>
            <a:srgbClr val="1B2A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258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WeatherService.java  —  Lógica de negocio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581912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HashMap con 10 ciudades. Genera datos aleatorios para las demás.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554480"/>
          </a:xfrm>
          <a:prstGeom prst="rect">
            <a:avLst/>
          </a:prstGeom>
          <a:solidFill>
            <a:srgbClr val="1B2A4A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64008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1089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WeatherHistory.java  —  Historial de sesión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364992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de consultas. Métodos: addEntry(), printHistory(), clearHistory().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268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feature-update: añadido clearHistory() en WeatherHistory.java — commit independiente mergeado a main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Commits — git 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 del proyecto desde el inicio hasta el merge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00"/>
          </a:xfrm>
          <a:prstGeom prst="rect">
            <a:avLst/>
          </a:prstGeom>
          <a:solidFill>
            <a:srgbClr val="0A0F1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44168"/>
            <a:ext cx="81930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--graph --decorate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e9d2f1a (HEAD -&gt; main, origin/main) Merge branch 'feature-update'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7c4a3b9 (feature-update) Add clearHistory feature to WeatherHistory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b2e1d8c Add WeatherHistory class and menu option 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9f3a71e Add WeatherService with city database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5c8b2d1 Add WeatherData model class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a3f1c8b Initial commit: WeatherApp base + README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192024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limpio y descriptivo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3749040"/>
            <a:ext cx="192024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ramas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feature-update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192024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merge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sin conflictos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3749040"/>
            <a:ext cx="192024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archivos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Subidos a GitHub remoto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Despliegue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está publicado como sitio web estático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3566160"/>
          </a:xfrm>
          <a:prstGeom prst="rect">
            <a:avLst/>
          </a:prstGeom>
          <a:solidFill>
            <a:srgbClr val="0D1B2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00" cy="36576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https://TU_USUARIO.github.io/weather-app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🌤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Console · Git · AI-Assisted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3246120"/>
            <a:ext cx="14630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 en GitHub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3246120"/>
            <a:ext cx="14630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Documentación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828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11+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3703320"/>
            <a:ext cx="1828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Git CLI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234440"/>
            <a:ext cx="30175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234440"/>
            <a:ext cx="6400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32588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Ir a Settings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33872" y="1581912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 de GitHub → Settings → Pages (menú izquierdo).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331720"/>
            <a:ext cx="30175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23317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242316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Elegir fuente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33872" y="2679192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Deploy from a branch. Branch: main. Folder: / (root). Guardar.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3429000"/>
            <a:ext cx="30175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342900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35204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URL disponible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33872" y="3776472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pocos minutos el sitio está en: https://TU_USUARIO.github.io/weather-app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Sustituye TU_USUARIO por tu nombre real de GitHub al configurar el repositorio remoto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objetivos de la práctica Git completados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git init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local creado desde cero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393192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git add / commit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versionado con mensajes descriptivos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393192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git branch / merge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feature-update mergeada a main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325880"/>
            <a:ext cx="393192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git push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subido a GitHub público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393192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GitHub Pages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publicada y accesible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429000"/>
            <a:ext cx="393192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README.md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del proyecto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4754880"/>
            <a:ext cx="7315200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AI-Assisted Development · ☕ Java · 🌿 Git CLI · 🐙 GitHub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Journey — Weather App</dc:title>
  <dc:subject>PptxGenJS Presentation</dc:subject>
  <dc:creator>AI-Assisted Development</dc:creator>
  <cp:lastModifiedBy>AI-Assisted Development</cp:lastModifiedBy>
  <cp:revision>1</cp:revision>
  <dcterms:created xsi:type="dcterms:W3CDTF">2026-05-13T08:41:49Z</dcterms:created>
  <dcterms:modified xsi:type="dcterms:W3CDTF">2026-05-13T08:41:49Z</dcterms:modified>
</cp:coreProperties>
</file>